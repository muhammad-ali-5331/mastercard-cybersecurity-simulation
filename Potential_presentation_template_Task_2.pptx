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Raleway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3750" y="1322450"/>
            <a:ext cx="80322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 dirty="0"/>
              <a:t>Familiarize yourself with phishing attacks</a:t>
            </a:r>
            <a:endParaRPr sz="2933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highlight>
                  <a:srgbClr val="FFFF00"/>
                </a:highlight>
              </a:rPr>
              <a:t>Marketing and HR teams</a:t>
            </a:r>
            <a:endParaRPr sz="26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phishing?</a:t>
            </a:r>
            <a:endParaRPr dirty="0"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>
                <a:highlight>
                  <a:srgbClr val="FFFF00"/>
                </a:highlight>
              </a:rPr>
              <a:t>Phishing is </a:t>
            </a:r>
            <a:r>
              <a:rPr lang="en-US" sz="1400" dirty="0">
                <a:highlight>
                  <a:srgbClr val="FFFF00"/>
                </a:highlight>
              </a:rPr>
              <a:t>a type of cyberattack where scammers trick you into providing sensitive information—such as passwords, credit card numbers, or bank details—by masquerading as a trustworthy source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Common Phishing Techniques:</a:t>
            </a:r>
          </a:p>
          <a:p>
            <a:pPr marL="285750" indent="-285750">
              <a:spcAft>
                <a:spcPts val="1200"/>
              </a:spcAft>
            </a:pPr>
            <a:r>
              <a:rPr lang="en-US" b="1" dirty="0"/>
              <a:t>Email Phishing</a:t>
            </a:r>
          </a:p>
          <a:p>
            <a:pPr marL="285750" indent="-285750">
              <a:spcAft>
                <a:spcPts val="1200"/>
              </a:spcAft>
            </a:pPr>
            <a:r>
              <a:rPr lang="en-US" b="1" dirty="0"/>
              <a:t>Smishing</a:t>
            </a:r>
          </a:p>
          <a:p>
            <a:pPr marL="285750" indent="-285750">
              <a:spcAft>
                <a:spcPts val="1200"/>
              </a:spcAft>
            </a:pPr>
            <a:r>
              <a:rPr lang="en-US" b="1" dirty="0"/>
              <a:t>Vishing</a:t>
            </a:r>
          </a:p>
          <a:p>
            <a:pPr marL="285750" indent="-285750">
              <a:spcAft>
                <a:spcPts val="1200"/>
              </a:spcAft>
            </a:pPr>
            <a:r>
              <a:rPr lang="en-US" b="1" dirty="0"/>
              <a:t>Spear Phishing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>
                <a:highlight>
                  <a:srgbClr val="FFFF00"/>
                </a:highlight>
              </a:rPr>
              <a:t>Suspicious Sender Address</a:t>
            </a:r>
            <a:r>
              <a:rPr lang="en-US" sz="1400" b="1" dirty="0">
                <a:solidFill>
                  <a:schemeClr val="bg2"/>
                </a:solidFill>
                <a:highlight>
                  <a:srgbClr val="FFFF00"/>
                </a:highlight>
              </a:rPr>
              <a:t>: </a:t>
            </a:r>
            <a:r>
              <a:rPr lang="en-US" dirty="0"/>
              <a:t>Check the actual email address or phone number, not just the display name</a:t>
            </a:r>
            <a:endParaRPr lang="en-US" dirty="0">
              <a:solidFill>
                <a:schemeClr val="bg2"/>
              </a:solidFill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>
                <a:highlight>
                  <a:srgbClr val="FFFF00"/>
                </a:highlight>
              </a:rPr>
              <a:t>Urgency or Threats</a:t>
            </a:r>
            <a:r>
              <a:rPr lang="en-US" sz="1600" b="1" dirty="0">
                <a:solidFill>
                  <a:schemeClr val="bg2"/>
                </a:solidFill>
                <a:highlight>
                  <a:srgbClr val="FFFF00"/>
                </a:highlight>
              </a:rPr>
              <a:t>: </a:t>
            </a:r>
            <a:r>
              <a:rPr lang="en-US" dirty="0"/>
              <a:t>Messages that create a false sense of panic—such as claiming your account will be closed or that you owe a sudden fine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>
                <a:highlight>
                  <a:srgbClr val="FFFF00"/>
                </a:highlight>
              </a:rPr>
              <a:t>Generic Greeting</a:t>
            </a:r>
            <a:r>
              <a:rPr lang="en-US" sz="1600" b="1" dirty="0">
                <a:solidFill>
                  <a:schemeClr val="bg2"/>
                </a:solidFill>
                <a:highlight>
                  <a:srgbClr val="FFFF00"/>
                </a:highlight>
              </a:rPr>
              <a:t>: </a:t>
            </a:r>
            <a:r>
              <a:rPr lang="en-US" dirty="0"/>
              <a:t>Phishing emails often use broad greetings like "Dear Customer" instead of your actual name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>
                <a:highlight>
                  <a:srgbClr val="FFFF00"/>
                </a:highlight>
              </a:rPr>
              <a:t>Unexpected Links</a:t>
            </a:r>
            <a:r>
              <a:rPr lang="en-US" sz="1600" b="1" dirty="0">
                <a:solidFill>
                  <a:schemeClr val="bg2"/>
                </a:solidFill>
                <a:highlight>
                  <a:srgbClr val="FFFF00"/>
                </a:highlight>
              </a:rPr>
              <a:t>: </a:t>
            </a:r>
            <a:r>
              <a:rPr lang="en-US" dirty="0"/>
              <a:t>Hover over (but don't click) links to preview the destination URL. If it doesn't match the official website, it is likely a trap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spot phishing emails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Use Proper and updated Antivirus software and browsers.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Verify validity of emails before any action.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Learn to distinguish between original and phishing emails.</a:t>
            </a:r>
            <a:endParaRPr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</Words>
  <Application>Microsoft Office PowerPoint</Application>
  <PresentationFormat>On-screen Show (16:9)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Raleway</vt:lpstr>
      <vt:lpstr>Lato</vt:lpstr>
      <vt:lpstr>Streamline</vt:lpstr>
      <vt:lpstr>Familiarize yourself with phishing attacks Marketing and HR teams</vt:lpstr>
      <vt:lpstr>What is phishing?</vt:lpstr>
      <vt:lpstr>Learn to spot phishing emails</vt:lpstr>
      <vt:lpstr>How do we stop getting phished?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M. Ali</cp:lastModifiedBy>
  <cp:revision>3</cp:revision>
  <dcterms:modified xsi:type="dcterms:W3CDTF">2026-05-16T07:25:06Z</dcterms:modified>
</cp:coreProperties>
</file>